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slideMasters/slideMaster8.xml" ContentType="application/vnd.openxmlformats-officedocument.presentationml.slideMaster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Masters/slideMaster9.xml" ContentType="application/vnd.openxmlformats-officedocument.presentationml.slideMaster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slideMasters/slideMaster10.xml" ContentType="application/vnd.openxmlformats-officedocument.presentationml.slideMaster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Masters/slideMaster11.xml" ContentType="application/vnd.openxmlformats-officedocument.presentationml.slideMaster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slideMasters/slideMaster12.xml" ContentType="application/vnd.openxmlformats-officedocument.presentationml.slideMaster+xml"/>
  <Override PartName="/ppt/slideLayouts/slideLayout22.xml" ContentType="application/vnd.openxmlformats-officedocument.presentationml.slideLayout+xml"/>
  <Override PartName="/ppt/theme/theme12.xml" ContentType="application/vnd.openxmlformats-officedocument.theme+xml"/>
  <Override PartName="/ppt/slideMasters/slideMaster13.xml" ContentType="application/vnd.openxmlformats-officedocument.presentationml.slideMaster+xml"/>
  <Override PartName="/ppt/slideLayouts/slideLayout23.xml" ContentType="application/vnd.openxmlformats-officedocument.presentationml.slideLayout+xml"/>
  <Override PartName="/ppt/theme/theme13.xml" ContentType="application/vnd.openxmlformats-officedocument.theme+xml"/>
  <Override PartName="/ppt/slideMasters/slideMaster14.xml" ContentType="application/vnd.openxmlformats-officedocument.presentationml.slideMaster+xml"/>
  <Override PartName="/ppt/slideLayouts/slideLayout24.xml" ContentType="application/vnd.openxmlformats-officedocument.presentationml.slideLayout+xml"/>
  <Override PartName="/ppt/theme/theme14.xml" ContentType="application/vnd.openxmlformats-officedocument.theme+xml"/>
  <Override PartName="/ppt/slideMasters/slideMaster15.xml" ContentType="application/vnd.openxmlformats-officedocument.presentationml.slideMaster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notesMasters/notesMaster1.xml" ContentType="application/vnd.openxmlformats-officedocument.presentationml.notesMaster+xml"/>
  <Override PartName="/ppt/theme/theme16.xml" ContentType="application/vnd.openxmlformats-officedocument.theme+xml"/>
  <Override PartName="/ppt/handoutMasters/handoutMaster1.xml" ContentType="application/vnd.openxmlformats-officedocument.presentationml.handoutMaster+xml"/>
  <Override PartName="/ppt/theme/theme17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60" r:id="rId1"/>
    <p:sldMasterId id="2147483661" r:id="rId2"/>
    <p:sldMasterId id="2147483662" r:id="rId3"/>
    <p:sldMasterId id="2147483663" r:id="rId4"/>
    <p:sldMasterId id="2147483664" r:id="rId5"/>
    <p:sldMasterId id="2147483665" r:id="rId6"/>
    <p:sldMasterId id="2147483666" r:id="rId7"/>
    <p:sldMasterId id="2147483667" r:id="rId8"/>
    <p:sldMasterId id="2147483668" r:id="rId9"/>
    <p:sldMasterId id="2147483669" r:id="rId10"/>
    <p:sldMasterId id="2147483670" r:id="rId11"/>
    <p:sldMasterId id="2147483671" r:id="rId12"/>
    <p:sldMasterId id="2147483672" r:id="rId13"/>
    <p:sldMasterId id="2147483673" r:id="rId14"/>
    <p:sldMasterId id="2147483674" r:id="rId15"/>
  </p:sldMasterIdLst>
  <p:notesMasterIdLst>
    <p:notesMasterId r:id="rId16"/>
  </p:notesMasterIdLst>
  <p:handoutMasterIdLst>
    <p:handoutMasterId r:id="rId17"/>
  </p:handoutMasterIdLst>
  <p:sldIdLst>
    <p:sldId id="264" r:id="rId18"/>
    <p:sldId id="265" r:id="rId19"/>
    <p:sldId id="266" r:id="rId20"/>
    <p:sldId id="267" r:id="rId21"/>
    <p:sldId id="268" r:id="rId22"/>
    <p:sldId id="269" r:id="rId23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114482"/>
    <a:srgbClr val="0A3155"/>
    <a:srgbClr val="102D4A"/>
    <a:srgbClr val="2672BA"/>
    <a:srgbClr val="000000"/>
    <a:srgbClr val="A28E76"/>
    <a:srgbClr val="F7F7F7"/>
    <a:srgbClr val="C4B7A8"/>
    <a:srgbClr val="C2BEBE"/>
    <a:srgbClr val="ACA6A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27278" autoAdjust="0"/>
    <p:restoredTop sz="94280" autoAdjust="0"/>
  </p:normalViewPr>
  <p:slideViewPr>
    <p:cSldViewPr showGuides="1" snapToGrid="0">
      <p:cViewPr>
        <p:scale>
          <a:sx n="66" d="100"/>
          <a:sy n="66" d="100"/>
        </p:scale>
        <p:origin x="984" y="882"/>
      </p:cViewPr>
      <p:guideLst>
        <p:guide pos="3879"/>
        <p:guide orient="horz" pos="214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tableStyles" Target="tableStyle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86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F9B84EA-7D68-4D60-9CB1-D50884785D1C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6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86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D4E0FC9-F1F8-4FAE-9988-3BA365CFD46F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/>
          </a:p>
        </p:txBody>
      </p:sp>
      <p:sp>
        <p:nvSpPr>
          <p:cNvPr id="104885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FC710A8-29AE-4177-85A7-F3CCEF778327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56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857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5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/>
          </a:p>
        </p:txBody>
      </p:sp>
      <p:sp>
        <p:nvSpPr>
          <p:cNvPr id="104885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708D17B6-7261-47CB-9C8A-35ACAF11B930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dirty="0"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E9F34AB7-F693-4501-9CE6-AE57FC0F2858}" type="slidenum">
              <a:rPr altLang="en-US" lang="zh-CN" smtClean="0">
                <a:solidFill>
                  <a:prstClr val="black"/>
                </a:solidFill>
              </a:rPr>
            </a:fld>
            <a:endParaRPr altLang="en-US" 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dirty="0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9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  <a:endParaRPr altLang="en-US" lang="zh-CN"/>
          </a:p>
        </p:txBody>
      </p:sp>
      <p:sp>
        <p:nvSpPr>
          <p:cNvPr id="10487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9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80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0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0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0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822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82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2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2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8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83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83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3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83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3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3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3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9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9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9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841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4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84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4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4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811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81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81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1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1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817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1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1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80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0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0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0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rgbClr val="FDFDFD"/>
        </a:solidFill>
        <a:effectLst/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pPr fontAlgn="base"/>
            <a:r>
              <a:rPr altLang="en-US" lang="zh-CN" noProof="1" strike="noStrike"/>
              <a:t>单击此处编辑母版标题样式</a:t>
            </a:r>
            <a:endParaRPr altLang="en-US" lang="zh-CN" noProof="1" strike="noStrike"/>
          </a:p>
        </p:txBody>
      </p:sp>
      <p:sp>
        <p:nvSpPr>
          <p:cNvPr id="104859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6611D9A-05E9-46FA-BC98-BE1F34AECCEC}" type="datetime1">
              <a:rPr altLang="en-US" lang="zh-CN"/>
            </a:fld>
            <a:endParaRPr altLang="zh-CN" sz="1800" lang="en-US">
              <a:solidFill>
                <a:srgbClr val="000000"/>
              </a:solidFill>
            </a:endParaRPr>
          </a:p>
        </p:txBody>
      </p:sp>
      <p:sp>
        <p:nvSpPr>
          <p:cNvPr id="104859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zh-CN" lang="zh-CN"/>
          </a:p>
        </p:txBody>
      </p:sp>
      <p:sp>
        <p:nvSpPr>
          <p:cNvPr id="104859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68ED1AE-6645-4422-96B9-D1383D3DF7AB}" type="slidenum">
              <a:rPr altLang="en-US" lang="zh-CN"/>
            </a:fld>
            <a:endParaRPr altLang="zh-CN" sz="1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5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  <a:endParaRPr altLang="en-US" lang="zh-CN"/>
          </a:p>
        </p:txBody>
      </p:sp>
      <p:sp>
        <p:nvSpPr>
          <p:cNvPr id="104875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5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30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  <a:endParaRPr altLang="en-US" lang="zh-CN"/>
          </a:p>
        </p:txBody>
      </p:sp>
      <p:sp>
        <p:nvSpPr>
          <p:cNvPr id="104863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3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45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74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4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4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8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8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3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3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8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9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6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9BDC11D-C56D-43F7-9324-A802D50A1050}" type="datetimeFigureOut">
              <a:rPr lang="en-US" smtClean="0">
                <a:solidFill>
                  <a:srgbClr val="7E7E7E">
                    <a:tint val="75000"/>
                  </a:srgbClr>
                </a:solidFill>
              </a:rPr>
            </a:fld>
            <a:endParaRPr lang="en-US">
              <a:solidFill>
                <a:srgbClr val="7E7E7E">
                  <a:tint val="75000"/>
                </a:srgbClr>
              </a:solidFill>
            </a:endParaRPr>
          </a:p>
        </p:txBody>
      </p:sp>
      <p:sp>
        <p:nvSpPr>
          <p:cNvPr id="104885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>
              <a:solidFill>
                <a:srgbClr val="7E7E7E">
                  <a:tint val="75000"/>
                </a:srgbClr>
              </a:solidFill>
            </a:endParaRPr>
          </a:p>
        </p:txBody>
      </p:sp>
      <p:sp>
        <p:nvSpPr>
          <p:cNvPr id="104885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16EE1C3-4C97-4D89-86D4-AB0FC9C35DCF}" type="slidenum">
              <a:rPr lang="en-US" smtClean="0">
                <a:solidFill>
                  <a:srgbClr val="7E7E7E">
                    <a:tint val="75000"/>
                  </a:srgbClr>
                </a:solidFill>
              </a:rPr>
            </a:fld>
            <a:endParaRPr lang="en-US">
              <a:solidFill>
                <a:srgbClr val="7E7E7E">
                  <a:tint val="7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7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4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5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1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3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2" name="Content Placeholder 2"/>
          <p:cNvSpPr>
            <a:spLocks noGrp="1"/>
          </p:cNvSpPr>
          <p:nvPr>
            <p:ph idx="1"/>
          </p:nvPr>
        </p:nvSpPr>
        <p:spPr>
          <a:xfrm>
            <a:off x="4766734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3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Relationship Id="rId3" Type="http://schemas.openxmlformats.org/officeDocument/2006/relationships/theme" Target="../theme/theme3.xml"/></Relationships>
</file>

<file path=ppt/slideMasters/_rels/slideMaster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11.xml"/></Relationships>
</file>

<file path=ppt/slideMasters/_rels/slideMaster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theme" Target="../theme/theme12.xml"/></Relationships>
</file>

<file path=ppt/slideMasters/_rels/slideMaster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13.xml"/></Relationships>
</file>

<file path=ppt/slideMasters/_rels/slideMaster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14.xml"/></Relationships>
</file>

<file path=ppt/slideMasters/_rels/slideMaster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EEEA921-BBF0-4121-BBA2-4F1EBF8FACAD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B2565B86-C106-4A19-B55C-AA6DF234A1F9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72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73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530820CF-B880-4189-942D-D702A7CBA73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0C913308-F349-4B6D-A68A-DD1791B4A57B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2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xmlns:r="http://schemas.openxmlformats.org/officeDocument/2006/relationships" r:embed="rId2"/>
          <a:stretch>
            <a:fillRect/>
          </a:stretch>
        </a:blip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 w="9525">
            <a:noFill/>
          </a:ln>
        </p:spPr>
        <p:txBody>
          <a:bodyPr anchor="ctr"/>
          <a:p>
            <a:pPr indent="-914400" lvl="0"/>
            <a:r>
              <a:rPr altLang="zh-CN" dirty="0" lang="zh-CN"/>
              <a:t>Click to edit Master title style</a:t>
            </a:r>
            <a:endParaRPr altLang="zh-CN" dirty="0" lang="zh-CN"/>
          </a:p>
        </p:txBody>
      </p:sp>
      <p:sp>
        <p:nvSpPr>
          <p:cNvPr id="104858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/>
          <a:noFill/>
          <a:ln w="9525">
            <a:noFill/>
          </a:ln>
        </p:spPr>
        <p:txBody>
          <a:bodyPr anchor="t"/>
          <a:p>
            <a:pPr indent="-228600" lvl="0"/>
            <a:r>
              <a:rPr altLang="zh-CN" dirty="0" lang="zh-CN"/>
              <a:t>Click to edit Master text styles</a:t>
            </a:r>
            <a:endParaRPr altLang="zh-CN" dirty="0" lang="zh-CN"/>
          </a:p>
          <a:p>
            <a:pPr indent="-228600" lvl="1"/>
            <a:r>
              <a:rPr altLang="zh-CN" dirty="0" lang="zh-CN"/>
              <a:t>Second level</a:t>
            </a:r>
            <a:endParaRPr altLang="zh-CN" dirty="0" lang="zh-CN"/>
          </a:p>
          <a:p>
            <a:pPr indent="-228600" lvl="2"/>
            <a:r>
              <a:rPr altLang="zh-CN" dirty="0" lang="zh-CN"/>
              <a:t>Third level</a:t>
            </a:r>
            <a:endParaRPr altLang="zh-CN" dirty="0" lang="zh-CN"/>
          </a:p>
          <a:p>
            <a:pPr indent="-228600" lvl="3"/>
            <a:r>
              <a:rPr altLang="zh-CN" dirty="0" lang="zh-CN"/>
              <a:t>Fourth level</a:t>
            </a:r>
            <a:endParaRPr altLang="zh-CN" dirty="0" lang="zh-CN"/>
          </a:p>
          <a:p>
            <a:pPr indent="-228600" lvl="4"/>
            <a:r>
              <a:rPr altLang="zh-CN" dirty="0" lang="zh-CN"/>
              <a:t>Fifth level</a:t>
            </a:r>
            <a:endParaRPr altLang="zh-CN" dirty="0" lang="zh-CN"/>
          </a:p>
        </p:txBody>
      </p:sp>
      <p:sp>
        <p:nvSpPr>
          <p:cNvPr id="104858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20" compatLnSpc="1" lIns="91440" numCol="1" rIns="91440" tIns="45720" vert="horz" wrap="square"/>
          <a:lstStyle>
            <a:lvl1pPr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611D9A-05E9-46FA-BC98-BE1F34AECCEC}" type="datetime1">
              <a:rPr altLang="en-US" lang="zh-CN">
                <a:latin typeface="Arial" panose="020B0604020202020204" pitchFamily="34" charset="0"/>
              </a:rPr>
            </a:fld>
            <a:endParaRPr altLang="zh-CN" sz="1800"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4858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20" compatLnSpc="1" lIns="91440" numCol="1" rIns="91440" tIns="45720" vert="horz" wrap="square"/>
          <a:lstStyle>
            <a:lvl1pPr algn="ct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ea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altLang="zh-CN" lang="zh-CN">
              <a:latin typeface="Arial" panose="020B0604020202020204" pitchFamily="34" charset="0"/>
            </a:endParaRPr>
          </a:p>
        </p:txBody>
      </p:sp>
      <p:sp>
        <p:nvSpPr>
          <p:cNvPr id="104859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20" compatLnSpc="1" lIns="91440" numCol="1" rIns="91440" tIns="45720" vert="horz" wrap="square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68ED1AE-6645-4422-96B9-D1383D3DF7AB}" type="slidenum">
              <a:rPr altLang="en-US" lang="zh-CN">
                <a:latin typeface="Arial" panose="020B0604020202020204" pitchFamily="34" charset="0"/>
              </a:rPr>
            </a:fld>
            <a:endParaRPr altLang="zh-CN" sz="1800"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87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hf dt="1" ftr="0" hdr="0" sldNum="0"/>
  <p:txStyles>
    <p:titleStyle>
      <a:lvl1pPr algn="l" eaLnBrk="0" fontAlgn="base" hangingPunct="0" indent="-914400" marL="914400" rtl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  <a:sym typeface="Arial" panose="020B0604020202020204" pitchFamily="34" charset="0"/>
        </a:defRPr>
      </a:lvl1pPr>
      <a:lvl2pPr algn="l" eaLnBrk="0" fontAlgn="base" hangingPunct="0" indent="-914400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algn="l" eaLnBrk="0" fontAlgn="base" hangingPunct="0" indent="-914400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algn="l" eaLnBrk="0" fontAlgn="base" hangingPunct="0" indent="-914400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algn="l" eaLnBrk="0" fontAlgn="base" hangingPunct="0" indent="-914400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algn="l" fontAlgn="base" indent="-914400" marL="13716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algn="l" fontAlgn="base" indent="-914400" marL="18288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algn="l" fontAlgn="base" indent="-914400" marL="22860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algn="l" fontAlgn="base" indent="-914400" marL="27432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algn="l" eaLnBrk="0" fontAlgn="base" hangingPunct="0" indent="-228600" marL="228600" rtl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  <a:sym typeface="Arial" panose="020B0604020202020204" pitchFamily="34" charset="0"/>
        </a:defRPr>
      </a:lvl1pPr>
      <a:lvl2pPr algn="l" eaLnBrk="0" fontAlgn="base" hangingPunct="0" indent="-228600" marL="6858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  <a:sym typeface="Arial" panose="020B0604020202020204" pitchFamily="34" charset="0"/>
        </a:defRPr>
      </a:lvl2pPr>
      <a:lvl3pPr algn="l" eaLnBrk="0" fontAlgn="base" hangingPunct="0" indent="-228600" marL="11430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  <a:sym typeface="Arial" panose="020B0604020202020204" pitchFamily="34" charset="0"/>
        </a:defRPr>
      </a:lvl3pPr>
      <a:lvl4pPr algn="l" eaLnBrk="0" fontAlgn="base" hangingPunct="0" indent="-228600" marL="16002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  <a:sym typeface="Arial" panose="020B0604020202020204" pitchFamily="34" charset="0"/>
        </a:defRPr>
      </a:lvl4pPr>
      <a:lvl5pPr algn="l" eaLnBrk="0" fontAlgn="base" hangingPunct="0" indent="-228600" marL="20574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  <a:sym typeface="Arial" panose="020B0604020202020204" pitchFamily="34" charset="0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50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75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5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5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5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2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2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2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2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99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40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74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4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4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4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76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77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8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32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73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3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3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3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84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78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8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8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9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68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76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7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64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6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6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6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1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760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76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997FCE53-E0C8-460F-B599-2F7578C79970}" type="datetimeFigureOut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8260C25-01BD-489E-91DB-D1FDEF50E6E1}" type="slidenum">
              <a:rPr altLang="en-US" lang="zh-CN" smtClean="0">
                <a:solidFill>
                  <a:prstClr val="black">
                    <a:tint val="75000"/>
                  </a:prstClr>
                </a:solidFill>
              </a:rPr>
            </a:fld>
            <a:endParaRPr altLang="en-US" 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06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700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xStyles>
    <p:titleStyle>
      <a:lvl1pPr algn="ctr" defTabSz="1219200" eaLnBrk="1" hangingPunct="1" latinLnBrk="0" rtl="0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1219200" eaLnBrk="1" hangingPunct="1" indent="-457200" latinLnBrk="0" marL="457200" rtl="0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1219200" eaLnBrk="1" hangingPunct="1" indent="-381000" latinLnBrk="0" marL="990600" rtl="0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1219200" eaLnBrk="1" hangingPunct="1" indent="-304800" latinLnBrk="0" marL="1524000" rtl="0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1219200" eaLnBrk="1" hangingPunct="1" indent="-304800" latinLnBrk="0" marL="2133600" rtl="0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1219200" eaLnBrk="1" hangingPunct="1" indent="-304800" latinLnBrk="0" marL="2743200" rtl="0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1219200" eaLnBrk="1" hangingPunct="1" indent="-304800" latinLnBrk="0" marL="3352800" rtl="0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1219200" eaLnBrk="1" hangingPunct="1" indent="-304800" latinLnBrk="0" marL="3962400" rtl="0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1219200" eaLnBrk="1" hangingPunct="1" indent="-304800" latinLnBrk="0" marL="4572000" rtl="0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1219200" eaLnBrk="1" hangingPunct="1" indent="-304800" latinLnBrk="0" marL="5181600" rtl="0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1219200" eaLnBrk="1" hangingPunct="1" latinLnBrk="0" marL="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1219200" eaLnBrk="1" hangingPunct="1" latinLnBrk="0" marL="60960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1219200" eaLnBrk="1" hangingPunct="1" latinLnBrk="0" marL="121920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1219200" eaLnBrk="1" hangingPunct="1" latinLnBrk="0" marL="182880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1219200" eaLnBrk="1" hangingPunct="1" latinLnBrk="0" marL="243840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1219200" eaLnBrk="1" hangingPunct="1" latinLnBrk="0" marL="304800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1219200" eaLnBrk="1" hangingPunct="1" latinLnBrk="0" marL="365760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1219200" eaLnBrk="1" hangingPunct="1" latinLnBrk="0" marL="426720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1219200" eaLnBrk="1" hangingPunct="1" latinLnBrk="0" marL="4876800" rtl="0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/>
        </p:spPr>
        <p:txBody>
          <a:bodyPr anchor="ctr" bIns="91422" lIns="182843" rIns="182843" rtlCol="0" tIns="91422" vert="horz">
            <a:normAutofit/>
          </a:bodyPr>
          <a:p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04884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/>
        </p:spPr>
        <p:txBody>
          <a:bodyPr bIns="91422" lIns="182843" rIns="182843" rtlCol="0" tIns="91422" vert="horz">
            <a:normAutofit/>
          </a:bodyPr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84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5"/>
            <a:ext cx="2743200" cy="365125"/>
          </a:xfrm>
          <a:prstGeom prst="rect"/>
        </p:spPr>
        <p:txBody>
          <a:bodyPr anchor="ctr" bIns="91422" lIns="182843" rIns="182843" rtlCol="0" tIns="91422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dirty="0" lang="en-US">
              <a:solidFill>
                <a:srgbClr val="7E7E7E">
                  <a:tint val="75000"/>
                </a:srgbClr>
              </a:solidFill>
            </a:endParaRPr>
          </a:p>
        </p:txBody>
      </p:sp>
      <p:sp>
        <p:nvSpPr>
          <p:cNvPr id="104884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5"/>
            <a:ext cx="4114800" cy="365125"/>
          </a:xfrm>
          <a:prstGeom prst="rect"/>
        </p:spPr>
        <p:txBody>
          <a:bodyPr anchor="ctr" bIns="91422" lIns="182843" rIns="182843" rtlCol="0" tIns="91422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dirty="0" lang="en-US">
              <a:solidFill>
                <a:srgbClr val="7E7E7E">
                  <a:tint val="75000"/>
                </a:srgbClr>
              </a:solidFill>
            </a:endParaRPr>
          </a:p>
        </p:txBody>
      </p:sp>
      <p:sp>
        <p:nvSpPr>
          <p:cNvPr id="104885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5"/>
            <a:ext cx="2743200" cy="365125"/>
          </a:xfrm>
          <a:prstGeom prst="rect"/>
        </p:spPr>
        <p:txBody>
          <a:bodyPr anchor="ctr" bIns="91422" lIns="182843" rIns="182843" rtlCol="0" tIns="91422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CEE2C88-6C8F-484D-AF69-578F576B1F44}" type="slidenum">
              <a:rPr lang="en-US" smtClean="0">
                <a:solidFill>
                  <a:srgbClr val="7E7E7E">
                    <a:tint val="75000"/>
                  </a:srgbClr>
                </a:solidFill>
                <a:sym typeface="Arial" panose="020B0604020202020204" pitchFamily="34" charset="0"/>
              </a:rPr>
            </a:fld>
            <a:endParaRPr dirty="0" lang="en-US">
              <a:solidFill>
                <a:srgbClr val="7E7E7E">
                  <a:tint val="75000"/>
                </a:srgbClr>
              </a:solidFill>
              <a:sym typeface="Arial" panose="020B0604020202020204" pitchFamily="34" charset="0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10" r:id="rId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hf dt="0" ftr="0" hdr="0" sldNum="1"/>
  <p:txStyles>
    <p:titleStyle>
      <a:lvl1pPr algn="l" defTabSz="913765" eaLnBrk="1" hangingPunct="1" latinLnBrk="0" rtl="0">
        <a:lnSpc>
          <a:spcPct val="90000"/>
        </a:lnSpc>
        <a:spcBef>
          <a:spcPct val="0"/>
        </a:spcBef>
        <a:buNone/>
        <a:defRPr sz="3000" kern="1200" lang="en-US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algn="l" defTabSz="913765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dirty="0" sz="2400" kern="1200" lang="en-US" smtClean="0">
          <a:solidFill>
            <a:schemeClr val="tx1"/>
          </a:solidFill>
          <a:effectLst/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algn="l" defTabSz="913765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dirty="0" sz="2000" kern="1200" lang="en-US" smtClean="0">
          <a:solidFill>
            <a:schemeClr val="tx1"/>
          </a:solidFill>
          <a:effectLst/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algn="l" defTabSz="913765" eaLnBrk="1" hangingPunct="1" indent="-228600" latinLnBrk="0" marL="1142365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dirty="0" sz="1800" kern="1200" lang="en-US" smtClean="0">
          <a:solidFill>
            <a:schemeClr val="tx1"/>
          </a:solidFill>
          <a:effectLst/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algn="l" defTabSz="913765" eaLnBrk="1" hangingPunct="1" indent="-228600" latinLnBrk="0" marL="1599565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dirty="0" sz="1600" kern="1200" lang="en-US" smtClean="0">
          <a:solidFill>
            <a:schemeClr val="tx1"/>
          </a:solidFill>
          <a:effectLst/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algn="l" defTabSz="913765" eaLnBrk="1" hangingPunct="1" indent="-228600" latinLnBrk="0" marL="2056765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dirty="0" sz="1600" kern="1200" lang="en-US">
          <a:solidFill>
            <a:schemeClr val="tx1"/>
          </a:solidFill>
          <a:effectLst/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algn="l" defTabSz="913765" eaLnBrk="1" hangingPunct="1" indent="-228600" latinLnBrk="0" marL="2513965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3765" eaLnBrk="1" hangingPunct="1" indent="-228600" latinLnBrk="0" marL="2971165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3765" eaLnBrk="1" hangingPunct="1" indent="-228600" latinLnBrk="0" marL="3428365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3765" eaLnBrk="1" hangingPunct="1" indent="-228600" latinLnBrk="0" marL="3885565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3765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3765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3765" eaLnBrk="1" hangingPunct="1" latinLnBrk="0" marL="913765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3765" eaLnBrk="1" hangingPunct="1" latinLnBrk="0" marL="1370965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3765" eaLnBrk="1" hangingPunct="1" latinLnBrk="0" marL="1828165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3765" eaLnBrk="1" hangingPunct="1" latinLnBrk="0" marL="2285365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3765" eaLnBrk="1" hangingPunct="1" latinLnBrk="0" marL="2742565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3765" eaLnBrk="1" hangingPunct="1" latinLnBrk="0" marL="3199765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3765" eaLnBrk="1" hangingPunct="1" latinLnBrk="0" marL="3656965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2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5" Type="http://schemas.openxmlformats.org/officeDocument/2006/relationships/notesSlide" Target="../notesSlides/notesSlide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6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t="41" b="41"/>
          <a:stretch>
            <a:fillRect/>
          </a:stretch>
        </p:blipFill>
        <p:spPr>
          <a:xfrm>
            <a:off x="0" y="7938"/>
            <a:ext cx="12192000" cy="6850062"/>
          </a:xfrm>
          <a:prstGeom prst="rect"/>
        </p:spPr>
      </p:pic>
      <p:sp>
        <p:nvSpPr>
          <p:cNvPr id="1048584" name="矩形 7"/>
          <p:cNvSpPr/>
          <p:nvPr/>
        </p:nvSpPr>
        <p:spPr>
          <a:xfrm>
            <a:off x="19049" y="-6576"/>
            <a:ext cx="12192000" cy="6858000"/>
          </a:xfrm>
          <a:prstGeom prst="rect"/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+mn-ea"/>
              <a:sym typeface="+mn-lt"/>
            </a:endParaRPr>
          </a:p>
        </p:txBody>
      </p:sp>
      <p:sp>
        <p:nvSpPr>
          <p:cNvPr id="1048585" name="文本框 19"/>
          <p:cNvSpPr txBox="1"/>
          <p:nvPr/>
        </p:nvSpPr>
        <p:spPr>
          <a:xfrm>
            <a:off x="2472366" y="2727961"/>
            <a:ext cx="7154470" cy="20726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I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n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s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u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r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A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I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 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Corporate 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olicy 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A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utomation 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and 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I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ntelligence 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S</a:t>
            </a:r>
            <a:r>
              <a:rPr altLang="zh-CN" b="1" dirty="0" sz="44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ystem </a:t>
            </a:r>
            <a:endParaRPr altLang="en-US" b="1" dirty="0" sz="2000" lang="zh-CN">
              <a:solidFill>
                <a:schemeClr val="bg1"/>
              </a:solidFill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"/>
                                        <p:tgtEl>
                                          <p:spTgt spid="104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27"/>
          <p:cNvGrpSpPr/>
          <p:nvPr/>
        </p:nvGrpSpPr>
        <p:grpSpPr>
          <a:xfrm>
            <a:off x="0" y="-31618"/>
            <a:ext cx="12192000" cy="6889618"/>
            <a:chOff x="0" y="-31618"/>
            <a:chExt cx="12192000" cy="6889618"/>
          </a:xfrm>
        </p:grpSpPr>
        <p:pic>
          <p:nvPicPr>
            <p:cNvPr id="2097153" name="图片 29"/>
            <p:cNvPicPr>
              <a:picLocks noChangeAspect="1"/>
            </p:cNvPicPr>
            <p:nvPr/>
          </p:nvPicPr>
          <p:blipFill rotWithShape="1">
            <a:blip xmlns:r="http://schemas.openxmlformats.org/officeDocument/2006/relationships" r:embed="rId1"/>
            <a:srcRect t="41" b="41"/>
            <a:stretch>
              <a:fillRect/>
            </a:stretch>
          </p:blipFill>
          <p:spPr>
            <a:xfrm>
              <a:off x="0" y="7938"/>
              <a:ext cx="12192000" cy="6850062"/>
            </a:xfrm>
            <a:prstGeom prst="rect"/>
            <a:solidFill>
              <a:srgbClr val="114482"/>
            </a:solidFill>
          </p:spPr>
        </p:pic>
        <p:sp>
          <p:nvSpPr>
            <p:cNvPr id="1048595" name="矩形 30"/>
            <p:cNvSpPr/>
            <p:nvPr/>
          </p:nvSpPr>
          <p:spPr>
            <a:xfrm>
              <a:off x="0" y="-31618"/>
              <a:ext cx="12192000" cy="6858000"/>
            </a:xfrm>
            <a:prstGeom prst="rect"/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596" name="矩形 31"/>
            <p:cNvSpPr/>
            <p:nvPr/>
          </p:nvSpPr>
          <p:spPr>
            <a:xfrm>
              <a:off x="225083" y="211015"/>
              <a:ext cx="11732456" cy="6414868"/>
            </a:xfrm>
            <a:prstGeom prst="rect"/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</p:grpSp>
      <p:sp>
        <p:nvSpPr>
          <p:cNvPr id="1048597" name="矩形 32"/>
          <p:cNvSpPr/>
          <p:nvPr/>
        </p:nvSpPr>
        <p:spPr>
          <a:xfrm>
            <a:off x="494586" y="660375"/>
            <a:ext cx="2885003" cy="447040"/>
          </a:xfrm>
          <a:prstGeom prst="rect"/>
        </p:spPr>
        <p:txBody>
          <a:bodyPr wrap="none">
            <a:spAutoFit/>
          </a:bodyPr>
          <a:p>
            <a:pPr algn="ctr" lvl="0"/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P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r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o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b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l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em 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S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t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atement </a:t>
            </a:r>
            <a:endParaRPr altLang="en-US" b="1" dirty="0" sz="2400" lang="zh-CN">
              <a:solidFill>
                <a:srgbClr val="114482"/>
              </a:solidFill>
              <a:effectLst>
                <a:outerShdw algn="t" blurRad="50800" dir="5400000" dist="38100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48598" name=""/>
          <p:cNvSpPr txBox="1"/>
          <p:nvPr/>
        </p:nvSpPr>
        <p:spPr>
          <a:xfrm>
            <a:off x="748477" y="1287780"/>
            <a:ext cx="10695045" cy="4206240"/>
          </a:xfrm>
          <a:prstGeom prst="rect"/>
        </p:spPr>
        <p:txBody>
          <a:bodyPr rtlCol="0" wrap="square">
            <a:spAutoFit/>
          </a:bodyPr>
          <a:p>
            <a:pPr indent="-457200" marL="457200">
              <a:buFont typeface="Arial"/>
              <a:buChar char="•"/>
            </a:pPr>
            <a:r>
              <a:rPr sz="2000" lang="en-US">
                <a:solidFill>
                  <a:srgbClr val="000000"/>
                </a:solidFill>
              </a:rPr>
              <a:t>Corporate insurance policy management is often dependent on fragmented systems and manual administrative workflows.</a:t>
            </a:r>
            <a:endParaRPr sz="1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endParaRPr sz="1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000" lang="en-US">
                <a:solidFill>
                  <a:srgbClr val="000000"/>
                </a:solidFill>
              </a:rPr>
              <a:t>Limited end-to-end visibility across policy lifecycle, claims, renewals, and compliance tracking.</a:t>
            </a:r>
            <a:endParaRPr sz="1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endParaRPr sz="1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000" lang="en-US">
                <a:solidFill>
                  <a:srgbClr val="000000"/>
                </a:solidFill>
              </a:rPr>
              <a:t>High administrative dependency on HR teams for documentation, eligibility validation, and query resolution.</a:t>
            </a:r>
            <a:endParaRPr sz="1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endParaRPr sz="1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000" lang="en-US">
                <a:solidFill>
                  <a:srgbClr val="000000"/>
                </a:solidFill>
              </a:rPr>
              <a:t>Complex policy documentation creates ambiguity for employees regarding coverage, benefits, and claim procedures.</a:t>
            </a:r>
            <a:endParaRPr sz="1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endParaRPr sz="1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000" lang="en-US">
                <a:solidFill>
                  <a:srgbClr val="000000"/>
                </a:solidFill>
              </a:rPr>
              <a:t>Absence of centralized intelligence for monitoring risk exposure, utilization trends, and policy performance.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/>
      </p:grpSpPr>
      <p:sp>
        <p:nvSpPr>
          <p:cNvPr id="1048609" name="Rounded Rectangle 2"/>
          <p:cNvSpPr/>
          <p:nvPr/>
        </p:nvSpPr>
        <p:spPr>
          <a:xfrm>
            <a:off x="2438400" y="1097280"/>
            <a:ext cx="7315200" cy="73152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>
            <a:normAutofit/>
          </a:bodyPr>
          <a:p>
            <a:pPr algn="ctr">
              <a:defRPr sz="1400"/>
            </a:pPr>
            <a:r>
              <a:rPr sz="1800"/>
              <a:t>USER LAYER</a:t>
            </a:r>
          </a:p>
          <a:p>
            <a:pPr algn="ctr">
              <a:defRPr sz="1400"/>
            </a:pPr>
            <a:r>
              <a:rPr sz="1800"/>
              <a:t>Admin | HR Manager | Employee</a:t>
            </a:r>
          </a:p>
        </p:txBody>
      </p:sp>
      <p:sp>
        <p:nvSpPr>
          <p:cNvPr id="1048610" name="Rounded Rectangle 3"/>
          <p:cNvSpPr/>
          <p:nvPr/>
        </p:nvSpPr>
        <p:spPr>
          <a:xfrm>
            <a:off x="2438400" y="1965960"/>
            <a:ext cx="7315200" cy="73152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>
            <a:normAutofit/>
          </a:bodyPr>
          <a:p>
            <a:pPr algn="ctr">
              <a:defRPr sz="1400"/>
            </a:pPr>
            <a:r>
              <a:rPr sz="1800"/>
              <a:t>PRESENTATION LAYER</a:t>
            </a:r>
          </a:p>
          <a:p>
            <a:pPr algn="ctr">
              <a:defRPr sz="1400"/>
            </a:pPr>
            <a:r>
              <a:rPr sz="1800"/>
              <a:t>Web Dashboard | Forms | Reports | Alerts</a:t>
            </a:r>
          </a:p>
        </p:txBody>
      </p:sp>
      <p:sp>
        <p:nvSpPr>
          <p:cNvPr id="1048611" name="Rounded Rectangle 4"/>
          <p:cNvSpPr/>
          <p:nvPr/>
        </p:nvSpPr>
        <p:spPr>
          <a:xfrm>
            <a:off x="2438400" y="2834640"/>
            <a:ext cx="7315200" cy="73152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>
            <a:normAutofit fontScale="88889" lnSpcReduction="20000"/>
          </a:bodyPr>
          <a:p>
            <a:pPr algn="ctr">
              <a:defRPr sz="1400"/>
            </a:pPr>
            <a:r>
              <a:rPr sz="1800"/>
              <a:t>APPLICATION SERVICES LAYER</a:t>
            </a:r>
          </a:p>
          <a:p>
            <a:pPr algn="ctr">
              <a:defRPr sz="1400"/>
            </a:pPr>
            <a:r>
              <a:rPr sz="1800"/>
              <a:t>Policy Management | OCR | Claims | Risk Assessment | Recommendation Engine</a:t>
            </a:r>
          </a:p>
        </p:txBody>
      </p:sp>
      <p:sp>
        <p:nvSpPr>
          <p:cNvPr id="1048612" name="Rounded Rectangle 5"/>
          <p:cNvSpPr/>
          <p:nvPr/>
        </p:nvSpPr>
        <p:spPr>
          <a:xfrm>
            <a:off x="2438400" y="3703320"/>
            <a:ext cx="7315200" cy="73152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>
            <a:normAutofit/>
          </a:bodyPr>
          <a:p>
            <a:pPr algn="ctr">
              <a:defRPr sz="1400"/>
            </a:pPr>
            <a:r>
              <a:rPr sz="1800"/>
              <a:t>AI &amp; ANALYTICS LAYER</a:t>
            </a:r>
          </a:p>
          <a:p>
            <a:pPr algn="ctr">
              <a:defRPr sz="1400"/>
            </a:pPr>
            <a:r>
              <a:rPr sz="1800"/>
              <a:t>NLP Processing | Rule-Based Decision Engine | Risk Prediction</a:t>
            </a:r>
          </a:p>
        </p:txBody>
      </p:sp>
      <p:sp>
        <p:nvSpPr>
          <p:cNvPr id="1048613" name="Rounded Rectangle 6"/>
          <p:cNvSpPr/>
          <p:nvPr/>
        </p:nvSpPr>
        <p:spPr>
          <a:xfrm>
            <a:off x="2438400" y="4572000"/>
            <a:ext cx="7315200" cy="73152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>
            <a:normAutofit/>
          </a:bodyPr>
          <a:p>
            <a:pPr algn="ctr">
              <a:defRPr sz="1400"/>
            </a:pPr>
            <a:r>
              <a:rPr sz="1800"/>
              <a:t>DATA MANAGEMENT LAYER</a:t>
            </a:r>
          </a:p>
          <a:p>
            <a:pPr algn="ctr">
              <a:defRPr sz="1400"/>
            </a:pPr>
            <a:r>
              <a:rPr sz="1800"/>
              <a:t>Policy DB | User DB | Claims DB | Audit Logs | Secure Storage</a:t>
            </a:r>
          </a:p>
        </p:txBody>
      </p:sp>
      <p:sp>
        <p:nvSpPr>
          <p:cNvPr id="1048614" name="Rounded Rectangle 7"/>
          <p:cNvSpPr/>
          <p:nvPr/>
        </p:nvSpPr>
        <p:spPr>
          <a:xfrm>
            <a:off x="2438400" y="5440680"/>
            <a:ext cx="7315200" cy="731520"/>
          </a:xfrm>
          <a:prstGeom prst="round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>
            <a:normAutofit/>
          </a:bodyPr>
          <a:p>
            <a:pPr algn="ctr">
              <a:defRPr sz="1400"/>
            </a:pPr>
            <a:r>
              <a:rPr sz="1800"/>
              <a:t>INTEGRATION LAYER</a:t>
            </a:r>
          </a:p>
          <a:p>
            <a:pPr algn="ctr">
              <a:defRPr sz="1400"/>
            </a:pPr>
            <a:r>
              <a:rPr sz="1800"/>
              <a:t>Insurance APIs | Email/SMS Gateway | Payment Gateway</a:t>
            </a:r>
          </a:p>
        </p:txBody>
      </p:sp>
      <p:grpSp>
        <p:nvGrpSpPr>
          <p:cNvPr id="58" name="组合 103"/>
          <p:cNvGrpSpPr/>
          <p:nvPr/>
        </p:nvGrpSpPr>
        <p:grpSpPr>
          <a:xfrm>
            <a:off x="0" y="-31618"/>
            <a:ext cx="12192000" cy="6889618"/>
            <a:chOff x="0" y="-31618"/>
            <a:chExt cx="12192000" cy="6889618"/>
          </a:xfrm>
        </p:grpSpPr>
        <p:pic>
          <p:nvPicPr>
            <p:cNvPr id="2097154" name="图片 104"/>
            <p:cNvPicPr>
              <a:picLocks/>
            </p:cNvPicPr>
            <p:nvPr/>
          </p:nvPicPr>
          <p:blipFill rotWithShape="1">
            <a:blip xmlns:r="http://schemas.openxmlformats.org/officeDocument/2006/relationships" r:embed="rId1"/>
            <a:srcRect t="41" b="41"/>
            <a:stretch>
              <a:fillRect/>
            </a:stretch>
          </p:blipFill>
          <p:spPr>
            <a:xfrm>
              <a:off x="0" y="7938"/>
              <a:ext cx="12192000" cy="6850062"/>
            </a:xfrm>
            <a:prstGeom prst="rect"/>
            <a:solidFill>
              <a:srgbClr val="114482"/>
            </a:solidFill>
          </p:spPr>
        </p:pic>
        <p:sp>
          <p:nvSpPr>
            <p:cNvPr id="1048615" name="矩形 105"/>
            <p:cNvSpPr/>
            <p:nvPr/>
          </p:nvSpPr>
          <p:spPr>
            <a:xfrm>
              <a:off x="0" y="-31618"/>
              <a:ext cx="12192000" cy="6858000"/>
            </a:xfrm>
            <a:prstGeom prst="rect"/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 rtlCol="0"/>
            <a:lstStyle>
              <a:defPPr>
                <a:defRPr lang="zh-CN"/>
              </a:defPPr>
              <a:lvl1pPr algn="l" defTabSz="914400" eaLnBrk="1" hangingPunct="1" latinLnBrk="0" marL="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altLang="en-US" lang="zh-CN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48616" name="矩形 106"/>
            <p:cNvSpPr/>
            <p:nvPr/>
          </p:nvSpPr>
          <p:spPr>
            <a:xfrm>
              <a:off x="225083" y="211015"/>
              <a:ext cx="11732456" cy="6414868"/>
            </a:xfrm>
            <a:prstGeom prst="rect"/>
            <a:solidFill>
              <a:srgbClr val="FFFFFF"/>
            </a:solidFill>
            <a:ln>
              <a:noFill/>
            </a:ln>
          </p:spPr>
          <p:txBody>
            <a:bodyPr anchor="ctr" rtlCol="0"/>
            <a:lstStyle>
              <a:defPPr>
                <a:defRPr lang="zh-CN"/>
              </a:defPPr>
              <a:lvl1pPr algn="l" defTabSz="914400" eaLnBrk="1" hangingPunct="1" latinLnBrk="0" marL="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</p:grpSp>
      <p:sp>
        <p:nvSpPr>
          <p:cNvPr id="1048617" name="矩形 100"/>
          <p:cNvSpPr/>
          <p:nvPr/>
        </p:nvSpPr>
        <p:spPr>
          <a:xfrm>
            <a:off x="494586" y="660375"/>
            <a:ext cx="3009324" cy="447040"/>
          </a:xfrm>
          <a:prstGeom prst="rect"/>
        </p:spPr>
        <p:txBody>
          <a:bodyPr wrap="non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vl="0"/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S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y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s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t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e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m 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A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r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c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h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ea"/>
                <a:sym typeface="+mn-lt"/>
              </a:rPr>
              <a:t>itecture </a:t>
            </a:r>
            <a:endParaRPr altLang="en-US" b="1" dirty="0" sz="2400" lang="zh-CN">
              <a:solidFill>
                <a:srgbClr val="114482"/>
              </a:solidFill>
              <a:effectLst>
                <a:outerShdw algn="t" blurRad="50800" dir="5400000" dist="38100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48618" name="Rounded Rectangle 2"/>
          <p:cNvSpPr/>
          <p:nvPr/>
        </p:nvSpPr>
        <p:spPr>
          <a:xfrm>
            <a:off x="2590800" y="1249680"/>
            <a:ext cx="7315200" cy="731520"/>
          </a:xfrm>
          <a:prstGeom prst="roundRect"/>
          <a:gradFill rotWithShape="1">
            <a:gsLst>
              <a:gs pos="0">
                <a:srgbClr val="3F7FCE"/>
              </a:gs>
              <a:gs pos="100000">
                <a:srgbClr val="9BC1FF"/>
              </a:gs>
            </a:gsLst>
            <a:lin ang="16200000" scaled="0"/>
          </a:gradFill>
          <a:ln w="9525" cap="flat" cmpd="sng" algn="ctr">
            <a:solidFill>
              <a:srgbClr val="4A7EBB"/>
            </a:solidFill>
            <a:prstDash val="solid"/>
          </a:ln>
        </p:spPr>
        <p:txBody>
          <a:bodyPr anchor="ctr" rtlCol="0" wrap="square">
            <a:norm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/>
            </a:pPr>
            <a:r>
              <a:rPr sz="1800"/>
              <a:t>USER LAYER</a:t>
            </a:r>
          </a:p>
          <a:p>
            <a:pPr algn="ctr">
              <a:defRPr sz="1400"/>
            </a:pPr>
            <a:r>
              <a:rPr sz="1800"/>
              <a:t>Admin | HR Manager | Employee</a:t>
            </a:r>
          </a:p>
        </p:txBody>
      </p:sp>
      <p:sp>
        <p:nvSpPr>
          <p:cNvPr id="1048619" name="Rounded Rectangle 3"/>
          <p:cNvSpPr/>
          <p:nvPr/>
        </p:nvSpPr>
        <p:spPr>
          <a:xfrm>
            <a:off x="2590800" y="2118360"/>
            <a:ext cx="7315200" cy="731520"/>
          </a:xfrm>
          <a:prstGeom prst="roundRect"/>
          <a:gradFill rotWithShape="1">
            <a:gsLst>
              <a:gs pos="0">
                <a:srgbClr val="3F7FCE"/>
              </a:gs>
              <a:gs pos="100000">
                <a:srgbClr val="9BC1FF"/>
              </a:gs>
            </a:gsLst>
            <a:lin ang="16200000" scaled="0"/>
          </a:gradFill>
          <a:ln w="9525" cap="flat" cmpd="sng" algn="ctr">
            <a:solidFill>
              <a:srgbClr val="4A7EBB"/>
            </a:solidFill>
            <a:prstDash val="solid"/>
          </a:ln>
        </p:spPr>
        <p:txBody>
          <a:bodyPr anchor="ctr" rtlCol="0" wrap="square">
            <a:norm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/>
            </a:pPr>
            <a:r>
              <a:rPr sz="1800"/>
              <a:t>PRESENTATION LAYER</a:t>
            </a:r>
          </a:p>
          <a:p>
            <a:pPr algn="ctr">
              <a:defRPr sz="1400"/>
            </a:pPr>
            <a:r>
              <a:rPr sz="1800"/>
              <a:t>Web Dashboard | Forms | Reports | Alerts</a:t>
            </a:r>
          </a:p>
        </p:txBody>
      </p:sp>
      <p:sp>
        <p:nvSpPr>
          <p:cNvPr id="1048620" name="Rounded Rectangle 4"/>
          <p:cNvSpPr/>
          <p:nvPr/>
        </p:nvSpPr>
        <p:spPr>
          <a:xfrm>
            <a:off x="2590800" y="2987040"/>
            <a:ext cx="7315200" cy="731520"/>
          </a:xfrm>
          <a:prstGeom prst="roundRect"/>
          <a:gradFill rotWithShape="1">
            <a:gsLst>
              <a:gs pos="0">
                <a:srgbClr val="3F7FCE"/>
              </a:gs>
              <a:gs pos="100000">
                <a:srgbClr val="9BC1FF"/>
              </a:gs>
            </a:gsLst>
            <a:lin ang="16200000" scaled="0"/>
          </a:gradFill>
          <a:ln w="9525" cap="flat" cmpd="sng" algn="ctr">
            <a:solidFill>
              <a:srgbClr val="4A7EBB"/>
            </a:solidFill>
            <a:prstDash val="solid"/>
          </a:ln>
        </p:spPr>
        <p:txBody>
          <a:bodyPr anchor="ctr" rtlCol="0" wrap="square">
            <a:normAutofit fontScale="88889" lnSpcReduction="20000"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/>
            </a:pPr>
            <a:r>
              <a:rPr sz="1800"/>
              <a:t>APPLICATION SERVICES LAYER</a:t>
            </a:r>
          </a:p>
          <a:p>
            <a:pPr algn="ctr">
              <a:defRPr sz="1400"/>
            </a:pPr>
            <a:r>
              <a:rPr sz="1800"/>
              <a:t>Policy Management | OCR | Claims | Risk Assessment | Recommendation Engine</a:t>
            </a:r>
          </a:p>
        </p:txBody>
      </p:sp>
      <p:sp>
        <p:nvSpPr>
          <p:cNvPr id="1048621" name="Rounded Rectangle 5"/>
          <p:cNvSpPr/>
          <p:nvPr/>
        </p:nvSpPr>
        <p:spPr>
          <a:xfrm>
            <a:off x="2590800" y="3855720"/>
            <a:ext cx="7315200" cy="731520"/>
          </a:xfrm>
          <a:prstGeom prst="roundRect"/>
          <a:gradFill rotWithShape="1">
            <a:gsLst>
              <a:gs pos="0">
                <a:srgbClr val="3F7FCE"/>
              </a:gs>
              <a:gs pos="100000">
                <a:srgbClr val="9BC1FF"/>
              </a:gs>
            </a:gsLst>
            <a:lin ang="16200000" scaled="0"/>
          </a:gradFill>
          <a:ln w="9525" cap="flat" cmpd="sng" algn="ctr">
            <a:solidFill>
              <a:srgbClr val="4A7EBB"/>
            </a:solidFill>
            <a:prstDash val="solid"/>
          </a:ln>
        </p:spPr>
        <p:txBody>
          <a:bodyPr anchor="ctr" rtlCol="0" wrap="square">
            <a:norm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/>
            </a:pPr>
            <a:r>
              <a:rPr sz="1800"/>
              <a:t>AI &amp; ANALYTICS LAYER</a:t>
            </a:r>
          </a:p>
          <a:p>
            <a:pPr algn="ctr">
              <a:defRPr sz="1400"/>
            </a:pPr>
            <a:r>
              <a:rPr sz="1800"/>
              <a:t>NLP Processing | Rule-Based Decision Engine | Risk Prediction</a:t>
            </a:r>
          </a:p>
        </p:txBody>
      </p:sp>
      <p:sp>
        <p:nvSpPr>
          <p:cNvPr id="1048622" name="Rounded Rectangle 6"/>
          <p:cNvSpPr/>
          <p:nvPr/>
        </p:nvSpPr>
        <p:spPr>
          <a:xfrm>
            <a:off x="2590800" y="4724400"/>
            <a:ext cx="7315200" cy="731520"/>
          </a:xfrm>
          <a:prstGeom prst="roundRect"/>
          <a:gradFill rotWithShape="1">
            <a:gsLst>
              <a:gs pos="0">
                <a:srgbClr val="3F7FCE"/>
              </a:gs>
              <a:gs pos="100000">
                <a:srgbClr val="9BC1FF"/>
              </a:gs>
            </a:gsLst>
            <a:lin ang="16200000" scaled="0"/>
          </a:gradFill>
          <a:ln w="9525" cap="flat" cmpd="sng" algn="ctr">
            <a:solidFill>
              <a:srgbClr val="4A7EBB"/>
            </a:solidFill>
            <a:prstDash val="solid"/>
          </a:ln>
        </p:spPr>
        <p:txBody>
          <a:bodyPr anchor="ctr" rtlCol="0" wrap="square">
            <a:norm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/>
            </a:pPr>
            <a:r>
              <a:rPr sz="1800"/>
              <a:t>DATA MANAGEMENT LAYER</a:t>
            </a:r>
          </a:p>
          <a:p>
            <a:pPr algn="ctr">
              <a:defRPr sz="1400"/>
            </a:pPr>
            <a:r>
              <a:rPr sz="1800"/>
              <a:t>Policy DB | User DB | Claims DB | Audit Logs | Secure Storage</a:t>
            </a:r>
          </a:p>
        </p:txBody>
      </p:sp>
      <p:sp>
        <p:nvSpPr>
          <p:cNvPr id="1048623" name="Rounded Rectangle 7"/>
          <p:cNvSpPr/>
          <p:nvPr/>
        </p:nvSpPr>
        <p:spPr>
          <a:xfrm>
            <a:off x="2590800" y="5593080"/>
            <a:ext cx="7315200" cy="731520"/>
          </a:xfrm>
          <a:prstGeom prst="roundRect"/>
          <a:gradFill rotWithShape="1">
            <a:gsLst>
              <a:gs pos="0">
                <a:srgbClr val="3F7FCE"/>
              </a:gs>
              <a:gs pos="100000">
                <a:srgbClr val="9BC1FF"/>
              </a:gs>
            </a:gsLst>
            <a:lin ang="16200000" scaled="0"/>
          </a:gradFill>
          <a:ln w="9525" cap="flat" cmpd="sng" algn="ctr">
            <a:solidFill>
              <a:srgbClr val="4A7EBB"/>
            </a:solidFill>
            <a:prstDash val="solid"/>
          </a:ln>
        </p:spPr>
        <p:txBody>
          <a:bodyPr anchor="ctr" rtlCol="0" wrap="square">
            <a:norm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/>
            </a:pPr>
            <a:r>
              <a:rPr sz="1800"/>
              <a:t>INTEGRATION LAYER</a:t>
            </a:r>
          </a:p>
          <a:p>
            <a:pPr algn="ctr">
              <a:defRPr sz="1400"/>
            </a:pPr>
            <a:r>
              <a:rPr sz="1800"/>
              <a:t>Insurance APIs | Email/SMS Gateway | Payment Gateway</a:t>
            </a:r>
          </a:p>
        </p:txBody>
      </p:sp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225083" y="211014"/>
            <a:ext cx="11803096" cy="6458638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103"/>
          <p:cNvGrpSpPr/>
          <p:nvPr/>
        </p:nvGrpSpPr>
        <p:grpSpPr>
          <a:xfrm>
            <a:off x="0" y="-31618"/>
            <a:ext cx="12192000" cy="6889618"/>
            <a:chOff x="0" y="-31618"/>
            <a:chExt cx="12192000" cy="6889618"/>
          </a:xfrm>
        </p:grpSpPr>
        <p:pic>
          <p:nvPicPr>
            <p:cNvPr id="2097155" name="图片 104"/>
            <p:cNvPicPr>
              <a:picLocks noChangeAspect="1"/>
            </p:cNvPicPr>
            <p:nvPr/>
          </p:nvPicPr>
          <p:blipFill rotWithShape="1">
            <a:blip xmlns:r="http://schemas.openxmlformats.org/officeDocument/2006/relationships" r:embed="rId1"/>
            <a:srcRect t="41" b="41"/>
            <a:stretch>
              <a:fillRect/>
            </a:stretch>
          </p:blipFill>
          <p:spPr>
            <a:xfrm>
              <a:off x="0" y="7938"/>
              <a:ext cx="12192000" cy="6850062"/>
            </a:xfrm>
            <a:prstGeom prst="rect"/>
            <a:solidFill>
              <a:srgbClr val="114482"/>
            </a:solidFill>
          </p:spPr>
        </p:pic>
        <p:sp>
          <p:nvSpPr>
            <p:cNvPr id="1048634" name="矩形 105"/>
            <p:cNvSpPr/>
            <p:nvPr/>
          </p:nvSpPr>
          <p:spPr>
            <a:xfrm>
              <a:off x="0" y="-31618"/>
              <a:ext cx="12192000" cy="6858000"/>
            </a:xfrm>
            <a:prstGeom prst="rect"/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35" name="矩形 106"/>
            <p:cNvSpPr/>
            <p:nvPr/>
          </p:nvSpPr>
          <p:spPr>
            <a:xfrm>
              <a:off x="225083" y="211015"/>
              <a:ext cx="11732456" cy="6414868"/>
            </a:xfrm>
            <a:prstGeom prst="rect"/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</p:grpSp>
      <p:sp>
        <p:nvSpPr>
          <p:cNvPr id="1048636" name="矩形 100"/>
          <p:cNvSpPr/>
          <p:nvPr/>
        </p:nvSpPr>
        <p:spPr>
          <a:xfrm>
            <a:off x="494586" y="660375"/>
            <a:ext cx="3009324" cy="447040"/>
          </a:xfrm>
          <a:prstGeom prst="rect"/>
        </p:spPr>
        <p:txBody>
          <a:bodyPr wrap="none">
            <a:spAutoFit/>
          </a:bodyPr>
          <a:p>
            <a:pPr algn="ctr" lvl="0"/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S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y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s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t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e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m 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A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r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c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h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itecture </a:t>
            </a:r>
            <a:endParaRPr altLang="en-US" b="1" dirty="0" sz="2400" lang="zh-CN">
              <a:solidFill>
                <a:srgbClr val="114482"/>
              </a:solidFill>
              <a:effectLst>
                <a:outerShdw algn="t" blurRad="50800" dir="5400000" dist="38100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48637" name=""/>
          <p:cNvSpPr/>
          <p:nvPr/>
        </p:nvSpPr>
        <p:spPr>
          <a:xfrm>
            <a:off x="678514" y="1562759"/>
            <a:ext cx="3228623" cy="186049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p>
            <a:pPr algn="l"/>
            <a:r>
              <a:rPr b="1" sz="1400" lang="en-US"/>
              <a:t>Layer 1: User Interface Layer</a:t>
            </a:r>
            <a:endParaRPr b="1" sz="1200" lang="en-US"/>
          </a:p>
          <a:p>
            <a:pPr algn="l"/>
            <a:r>
              <a:rPr sz="1400" lang="en-US"/>
              <a:t>Actors: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/>
              <a:t>Employees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/>
              <a:t>HR / Admin Teams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/>
              <a:t>Insurance Providers</a:t>
            </a:r>
            <a:endParaRPr sz="1200" lang="en-US"/>
          </a:p>
          <a:p>
            <a:pPr algn="l"/>
            <a:r>
              <a:rPr sz="1400" lang="en-US"/>
              <a:t>Access Through: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/>
              <a:t>Web Portal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/>
              <a:t>Mobile Application</a:t>
            </a:r>
            <a:endParaRPr lang="en-US"/>
          </a:p>
        </p:txBody>
      </p:sp>
      <p:sp>
        <p:nvSpPr>
          <p:cNvPr id="1048638" name=""/>
          <p:cNvSpPr/>
          <p:nvPr/>
        </p:nvSpPr>
        <p:spPr>
          <a:xfrm>
            <a:off x="4364458" y="1572475"/>
            <a:ext cx="3228623" cy="186049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Layer 2: Application Services Layer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Policy Management Module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Claims Processing Engine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Compliance Tracking System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Query &amp; Support Interface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Notification Management</a:t>
            </a:r>
            <a:endParaRPr sz="1200" lang="en-US"/>
          </a:p>
        </p:txBody>
      </p:sp>
      <p:sp>
        <p:nvSpPr>
          <p:cNvPr id="1048639" name=""/>
          <p:cNvSpPr/>
          <p:nvPr/>
        </p:nvSpPr>
        <p:spPr>
          <a:xfrm>
            <a:off x="8050402" y="1536888"/>
            <a:ext cx="3228623" cy="186049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Layer 3: AI &amp; Intelligence Layer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NLP-Based Policy Interpretation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Automated Document Processing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Claim Validation Logic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Risk &amp; Utilization Analytics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Insight Generation Engine</a:t>
            </a:r>
            <a:endParaRPr sz="1200" lang="en-US"/>
          </a:p>
        </p:txBody>
      </p:sp>
      <p:sp>
        <p:nvSpPr>
          <p:cNvPr id="1048640" name=""/>
          <p:cNvSpPr/>
          <p:nvPr/>
        </p:nvSpPr>
        <p:spPr>
          <a:xfrm>
            <a:off x="8160998" y="4147491"/>
            <a:ext cx="3228623" cy="186049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200" lang="en-US"/>
              <a:t>Layer 4: Data Management Layer</a:t>
            </a:r>
            <a:endParaRPr b="1" sz="1200" lang="en-US"/>
          </a:p>
          <a:p>
            <a:pPr algn="l" indent="-171450" marL="171450">
              <a:buFont typeface="Arial"/>
              <a:buChar char="•"/>
            </a:pPr>
            <a:r>
              <a:rPr sz="1200" lang="en-US"/>
              <a:t>Employee Database</a:t>
            </a:r>
            <a:endParaRPr sz="1200" lang="en-US"/>
          </a:p>
          <a:p>
            <a:pPr algn="l" indent="-171450" marL="171450">
              <a:buFont typeface="Arial"/>
              <a:buChar char="•"/>
            </a:pPr>
            <a:r>
              <a:rPr sz="1200" lang="en-US"/>
              <a:t>Policy Repository</a:t>
            </a:r>
            <a:endParaRPr sz="1200" lang="en-US"/>
          </a:p>
          <a:p>
            <a:pPr algn="l" indent="-171450" marL="171450">
              <a:buFont typeface="Arial"/>
              <a:buChar char="•"/>
            </a:pPr>
            <a:r>
              <a:rPr sz="1200" lang="en-US"/>
              <a:t>Claims Database</a:t>
            </a:r>
            <a:endParaRPr sz="1200" lang="en-US"/>
          </a:p>
          <a:p>
            <a:pPr algn="l" indent="-171450" marL="171450">
              <a:buFont typeface="Arial"/>
              <a:buChar char="•"/>
            </a:pPr>
            <a:r>
              <a:rPr sz="1200" lang="en-US"/>
              <a:t>Compliance Logs</a:t>
            </a:r>
            <a:endParaRPr sz="1200" lang="en-US"/>
          </a:p>
          <a:p>
            <a:pPr algn="l" indent="-171450" marL="171450">
              <a:buFont typeface="Arial"/>
              <a:buChar char="•"/>
            </a:pPr>
            <a:r>
              <a:rPr sz="1200" lang="en-US"/>
              <a:t>Analytics Data Store</a:t>
            </a:r>
            <a:endParaRPr sz="1200" lang="en-US"/>
          </a:p>
        </p:txBody>
      </p:sp>
      <p:sp>
        <p:nvSpPr>
          <p:cNvPr id="1048641" name=""/>
          <p:cNvSpPr/>
          <p:nvPr/>
        </p:nvSpPr>
        <p:spPr>
          <a:xfrm>
            <a:off x="4364457" y="4099178"/>
            <a:ext cx="3228623" cy="186049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Layer 5: Integration Layer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HRMS Integration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ERP Systems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Insurance Provider APIs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>
                <a:latin typeface="Arial"/>
              </a:rPr>
              <a:t>Email / SMS Gateway</a:t>
            </a:r>
            <a:endParaRPr sz="1200" lang="en-US"/>
          </a:p>
        </p:txBody>
      </p:sp>
      <p:sp>
        <p:nvSpPr>
          <p:cNvPr id="1048642" name=""/>
          <p:cNvSpPr/>
          <p:nvPr/>
        </p:nvSpPr>
        <p:spPr>
          <a:xfrm>
            <a:off x="3998654" y="2353918"/>
            <a:ext cx="278176" cy="278176"/>
          </a:xfrm>
          <a:prstGeom prst="chevron"/>
          <a:solidFill>
            <a:srgbClr val="000000"/>
          </a:solidFill>
          <a:ln w="25400">
            <a:solidFill>
              <a:srgbClr val="666666"/>
            </a:solidFill>
          </a:ln>
        </p:spPr>
        <p:txBody>
          <a:bodyPr anchor="ctr"/>
          <a:p>
            <a:pPr algn="ctr"/>
            <a:endParaRPr lang="en-US"/>
          </a:p>
        </p:txBody>
      </p:sp>
      <p:sp>
        <p:nvSpPr>
          <p:cNvPr id="1048643" name=""/>
          <p:cNvSpPr/>
          <p:nvPr/>
        </p:nvSpPr>
        <p:spPr>
          <a:xfrm rot="10800000">
            <a:off x="7677605" y="4938649"/>
            <a:ext cx="278176" cy="278176"/>
          </a:xfrm>
          <a:prstGeom prst="chevron"/>
          <a:solidFill>
            <a:srgbClr val="000000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8644" name=""/>
          <p:cNvSpPr/>
          <p:nvPr/>
        </p:nvSpPr>
        <p:spPr>
          <a:xfrm rot="5400000">
            <a:off x="9525625" y="3599737"/>
            <a:ext cx="278176" cy="278176"/>
          </a:xfrm>
          <a:prstGeom prst="chevron"/>
          <a:solidFill>
            <a:srgbClr val="000000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8645" name=""/>
          <p:cNvSpPr/>
          <p:nvPr/>
        </p:nvSpPr>
        <p:spPr>
          <a:xfrm>
            <a:off x="7677606" y="2424872"/>
            <a:ext cx="278176" cy="278176"/>
          </a:xfrm>
          <a:prstGeom prst="chevron"/>
          <a:solidFill>
            <a:srgbClr val="000000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225083" y="211015"/>
            <a:ext cx="11703640" cy="6260194"/>
          </a:xfrm>
          <a:prstGeom prst="rect"/>
        </p:spPr>
      </p:pic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284662" y="211015"/>
            <a:ext cx="11585280" cy="6224984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组合 27"/>
          <p:cNvGrpSpPr/>
          <p:nvPr/>
        </p:nvGrpSpPr>
        <p:grpSpPr>
          <a:xfrm>
            <a:off x="50779" y="-31618"/>
            <a:ext cx="12192000" cy="6889618"/>
            <a:chOff x="0" y="-31618"/>
            <a:chExt cx="12192000" cy="6889618"/>
          </a:xfrm>
        </p:grpSpPr>
        <p:pic>
          <p:nvPicPr>
            <p:cNvPr id="2097157" name="图片 29"/>
            <p:cNvPicPr>
              <a:picLocks noChangeAspect="1"/>
            </p:cNvPicPr>
            <p:nvPr/>
          </p:nvPicPr>
          <p:blipFill rotWithShape="1">
            <a:blip xmlns:r="http://schemas.openxmlformats.org/officeDocument/2006/relationships" r:embed="rId1"/>
            <a:srcRect t="41" b="41"/>
            <a:stretch>
              <a:fillRect/>
            </a:stretch>
          </p:blipFill>
          <p:spPr>
            <a:xfrm>
              <a:off x="0" y="7938"/>
              <a:ext cx="12192000" cy="6850062"/>
            </a:xfrm>
            <a:prstGeom prst="rect"/>
            <a:solidFill>
              <a:srgbClr val="114482"/>
            </a:solidFill>
          </p:spPr>
        </p:pic>
        <p:sp>
          <p:nvSpPr>
            <p:cNvPr id="1048649" name="矩形 30"/>
            <p:cNvSpPr/>
            <p:nvPr/>
          </p:nvSpPr>
          <p:spPr>
            <a:xfrm>
              <a:off x="0" y="-31618"/>
              <a:ext cx="12192000" cy="6858000"/>
            </a:xfrm>
            <a:prstGeom prst="rect"/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50" name="矩形 31"/>
            <p:cNvSpPr/>
            <p:nvPr/>
          </p:nvSpPr>
          <p:spPr>
            <a:xfrm>
              <a:off x="225083" y="211015"/>
              <a:ext cx="11732456" cy="6414868"/>
            </a:xfrm>
            <a:prstGeom prst="rect"/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</p:grpSp>
      <p:sp>
        <p:nvSpPr>
          <p:cNvPr id="1048651" name="矩形 32"/>
          <p:cNvSpPr/>
          <p:nvPr/>
        </p:nvSpPr>
        <p:spPr>
          <a:xfrm>
            <a:off x="494586" y="660375"/>
            <a:ext cx="2732752" cy="447040"/>
          </a:xfrm>
          <a:prstGeom prst="rect"/>
        </p:spPr>
        <p:txBody>
          <a:bodyPr wrap="none">
            <a:spAutoFit/>
          </a:bodyPr>
          <a:p>
            <a:pPr algn="ctr" lvl="0"/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M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o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d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ules 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R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e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q</a:t>
            </a:r>
            <a:r>
              <a:rPr altLang="zh-CN" b="1" dirty="0" sz="2400" lang="en-US">
                <a:solidFill>
                  <a:srgbClr val="114482"/>
                </a:solidFill>
                <a:effectLst>
                  <a:outerShdw algn="t" blurRad="50800" dir="5400000" dist="38100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uired </a:t>
            </a:r>
            <a:endParaRPr altLang="en-US" b="1" dirty="0" sz="2400" lang="zh-CN">
              <a:solidFill>
                <a:srgbClr val="114482"/>
              </a:solidFill>
              <a:effectLst>
                <a:outerShdw algn="t" blurRad="50800" dir="5400000" dist="38100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145728" name=""/>
          <p:cNvCxnSpPr>
            <a:cxnSpLocks/>
          </p:cNvCxnSpPr>
          <p:nvPr/>
        </p:nvCxnSpPr>
        <p:spPr>
          <a:xfrm flipH="1">
            <a:off x="5974329" y="1275753"/>
            <a:ext cx="22337" cy="5315855"/>
          </a:xfrm>
          <a:prstGeom prst="line"/>
          <a:solidFill>
            <a:srgbClr val="FFFFFF"/>
          </a:solidFill>
          <a:ln w="25400">
            <a:solidFill>
              <a:srgbClr val="666666"/>
            </a:solidFill>
          </a:ln>
        </p:spPr>
      </p:cxnSp>
      <p:sp>
        <p:nvSpPr>
          <p:cNvPr id="1048652" name=""/>
          <p:cNvSpPr/>
          <p:nvPr/>
        </p:nvSpPr>
        <p:spPr>
          <a:xfrm>
            <a:off x="1139322" y="1182688"/>
            <a:ext cx="3332476" cy="119126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p>
            <a:pPr algn="l"/>
            <a:r>
              <a:rPr b="1" sz="1400" lang="en-US"/>
              <a:t>1. User Management Module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/>
              <a:t>User Registration &amp; Authentication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/>
              <a:t>Role-Based Access Control (Admin / HR / Employee)</a:t>
            </a:r>
            <a:endParaRPr sz="1200" lang="en-US"/>
          </a:p>
          <a:p>
            <a:pPr algn="l" indent="-285750" marL="285750">
              <a:buFont typeface="Arial"/>
              <a:buChar char="•"/>
            </a:pPr>
            <a:r>
              <a:rPr sz="1400" lang="en-US"/>
              <a:t>Secure Login &amp; Profile Management</a:t>
            </a:r>
            <a:endParaRPr lang="en-US"/>
          </a:p>
        </p:txBody>
      </p:sp>
      <p:sp>
        <p:nvSpPr>
          <p:cNvPr id="1048653" name=""/>
          <p:cNvSpPr/>
          <p:nvPr/>
        </p:nvSpPr>
        <p:spPr>
          <a:xfrm>
            <a:off x="2075309" y="2640339"/>
            <a:ext cx="3332476" cy="119126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3. AI &amp; Intelligence Module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NLP-Based Clause Analysis</a:t>
            </a:r>
            <a:endParaRPr b="0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Policy Classification</a:t>
            </a:r>
            <a:endParaRPr b="0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Risk &amp; Compliance Detection</a:t>
            </a:r>
            <a:endParaRPr b="0" sz="1200" lang="en-US"/>
          </a:p>
        </p:txBody>
      </p:sp>
      <p:sp>
        <p:nvSpPr>
          <p:cNvPr id="1048654" name=""/>
          <p:cNvSpPr/>
          <p:nvPr/>
        </p:nvSpPr>
        <p:spPr>
          <a:xfrm>
            <a:off x="1901322" y="5400345"/>
            <a:ext cx="3332476" cy="119126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7. Data &amp; Storage Module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Secure Database Management</a:t>
            </a:r>
            <a:endParaRPr b="0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Cloud Document Storage</a:t>
            </a:r>
            <a:endParaRPr b="0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Backup &amp; Recovery System</a:t>
            </a:r>
            <a:endParaRPr b="0" sz="1200" lang="en-US"/>
          </a:p>
        </p:txBody>
      </p:sp>
      <p:sp>
        <p:nvSpPr>
          <p:cNvPr id="1048655" name=""/>
          <p:cNvSpPr/>
          <p:nvPr/>
        </p:nvSpPr>
        <p:spPr>
          <a:xfrm>
            <a:off x="663743" y="4020342"/>
            <a:ext cx="3332476" cy="119126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5. Workflow &amp; Automation Module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Automated Approval Process</a:t>
            </a:r>
            <a:endParaRPr b="0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Task Assignment</a:t>
            </a:r>
            <a:endParaRPr b="0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Email / System Notifications</a:t>
            </a:r>
            <a:endParaRPr b="0" sz="1200" lang="en-US"/>
          </a:p>
        </p:txBody>
      </p:sp>
      <p:sp>
        <p:nvSpPr>
          <p:cNvPr id="1048656" name=""/>
          <p:cNvSpPr/>
          <p:nvPr/>
        </p:nvSpPr>
        <p:spPr>
          <a:xfrm>
            <a:off x="6737199" y="4804717"/>
            <a:ext cx="3332476" cy="119126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6. Analytics &amp; Reporting Module</a:t>
            </a:r>
            <a:endParaRPr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Policy Insights Dashboard</a:t>
            </a:r>
            <a:endParaRPr b="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Compliance Reports</a:t>
            </a:r>
            <a:endParaRPr b="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Usage Statistics</a:t>
            </a:r>
            <a:endParaRPr b="0" lang="en-US"/>
          </a:p>
        </p:txBody>
      </p:sp>
      <p:sp>
        <p:nvSpPr>
          <p:cNvPr id="1048657" name=""/>
          <p:cNvSpPr/>
          <p:nvPr/>
        </p:nvSpPr>
        <p:spPr>
          <a:xfrm>
            <a:off x="7653272" y="3005956"/>
            <a:ext cx="3332476" cy="119126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4. Policy Management Module</a:t>
            </a:r>
            <a:endParaRPr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Policy Creation &amp; Editing</a:t>
            </a:r>
            <a:endParaRPr b="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Version Control</a:t>
            </a:r>
            <a:endParaRPr b="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Policy Search &amp; Retrieval</a:t>
            </a:r>
            <a:endParaRPr b="0" lang="en-US"/>
          </a:p>
        </p:txBody>
      </p:sp>
      <p:sp>
        <p:nvSpPr>
          <p:cNvPr id="1048658" name=""/>
          <p:cNvSpPr/>
          <p:nvPr/>
        </p:nvSpPr>
        <p:spPr>
          <a:xfrm>
            <a:off x="6737199" y="1107414"/>
            <a:ext cx="3332476" cy="1191264"/>
          </a:xfrm>
          <a:prstGeom prst="round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1400" lang="en-US">
                <a:latin typeface="Arial"/>
              </a:rPr>
              <a:t>2. Document Processing Module</a:t>
            </a:r>
            <a:endParaRPr b="1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Policy Document Upload</a:t>
            </a:r>
            <a:endParaRPr b="0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OCR-Based Text Extraction</a:t>
            </a:r>
            <a:endParaRPr b="0" sz="1200" lang="en-US"/>
          </a:p>
          <a:p>
            <a:pPr algn="l" indent="-285750" marL="285750">
              <a:buFont typeface="Arial"/>
              <a:buChar char="•"/>
            </a:pPr>
            <a:r>
              <a:rPr b="0" sz="1400" lang="en-US">
                <a:latin typeface="Arial"/>
              </a:rPr>
              <a:t>Data Cleaning &amp; Structuring</a:t>
            </a:r>
            <a:endParaRPr b="0" sz="1200" lang="en-US"/>
          </a:p>
        </p:txBody>
      </p:sp>
      <p:cxnSp>
        <p:nvCxnSpPr>
          <p:cNvPr id="3145729" name=""/>
          <p:cNvCxnSpPr>
            <a:cxnSpLocks/>
          </p:cNvCxnSpPr>
          <p:nvPr/>
        </p:nvCxnSpPr>
        <p:spPr>
          <a:xfrm flipV="1">
            <a:off x="4573740" y="1733445"/>
            <a:ext cx="1389836" cy="6611"/>
          </a:xfrm>
          <a:prstGeom prst="straightConnector1"/>
          <a:solidFill>
            <a:srgbClr val="FFFFFF"/>
          </a:solidFill>
          <a:ln w="25400">
            <a:solidFill>
              <a:srgbClr val="666666"/>
            </a:solidFill>
            <a:headEnd type="triangle" w="lg" len="lg"/>
            <a:tailEnd type="triangle" w="lg" len="lg"/>
          </a:ln>
        </p:spPr>
      </p:cxnSp>
      <p:cxnSp>
        <p:nvCxnSpPr>
          <p:cNvPr id="3145730" name=""/>
          <p:cNvCxnSpPr>
            <a:cxnSpLocks/>
          </p:cNvCxnSpPr>
          <p:nvPr/>
        </p:nvCxnSpPr>
        <p:spPr>
          <a:xfrm flipV="1">
            <a:off x="5953183" y="3545158"/>
            <a:ext cx="1696405" cy="22380"/>
          </a:xfrm>
          <a:prstGeom prst="straightConnector1"/>
          <a:solidFill>
            <a:srgbClr val="FFFFFF"/>
          </a:solidFill>
          <a:ln w="25400">
            <a:solidFill>
              <a:srgbClr val="666666"/>
            </a:solidFill>
            <a:headEnd type="triangle" w="lg" len="lg"/>
            <a:tailEnd type="triangle" w="lg" len="lg"/>
          </a:ln>
        </p:spPr>
      </p:cxnSp>
      <p:cxnSp>
        <p:nvCxnSpPr>
          <p:cNvPr id="3145731" name=""/>
          <p:cNvCxnSpPr>
            <a:cxnSpLocks/>
          </p:cNvCxnSpPr>
          <p:nvPr/>
        </p:nvCxnSpPr>
        <p:spPr>
          <a:xfrm flipV="1">
            <a:off x="3996219" y="4600572"/>
            <a:ext cx="2032508" cy="15402"/>
          </a:xfrm>
          <a:prstGeom prst="straightConnector1"/>
          <a:solidFill>
            <a:srgbClr val="FFFFFF"/>
          </a:solidFill>
          <a:ln w="25400">
            <a:solidFill>
              <a:srgbClr val="666666"/>
            </a:solidFill>
            <a:headEnd type="triangle" w="lg" len="lg"/>
            <a:tailEnd type="triangle" w="lg" len="lg"/>
          </a:ln>
        </p:spPr>
      </p:cxnSp>
      <p:cxnSp>
        <p:nvCxnSpPr>
          <p:cNvPr id="3145732" name=""/>
          <p:cNvCxnSpPr>
            <a:cxnSpLocks/>
          </p:cNvCxnSpPr>
          <p:nvPr/>
        </p:nvCxnSpPr>
        <p:spPr>
          <a:xfrm flipV="0">
            <a:off x="5953183" y="5542339"/>
            <a:ext cx="816672" cy="31222"/>
          </a:xfrm>
          <a:prstGeom prst="straightConnector1"/>
          <a:solidFill>
            <a:srgbClr val="FFFFFF"/>
          </a:solidFill>
          <a:ln w="25400">
            <a:solidFill>
              <a:srgbClr val="666666"/>
            </a:solidFill>
            <a:headEnd type="triangle" w="lg" len="lg"/>
            <a:tailEnd type="triangle" w="lg" len="lg"/>
          </a:ln>
        </p:spPr>
      </p:cxnSp>
      <p:cxnSp>
        <p:nvCxnSpPr>
          <p:cNvPr id="3145733" name=""/>
          <p:cNvCxnSpPr>
            <a:cxnSpLocks/>
          </p:cNvCxnSpPr>
          <p:nvPr/>
        </p:nvCxnSpPr>
        <p:spPr>
          <a:xfrm flipV="1">
            <a:off x="5260082" y="6073595"/>
            <a:ext cx="740209" cy="43991"/>
          </a:xfrm>
          <a:prstGeom prst="straightConnector1"/>
          <a:solidFill>
            <a:srgbClr val="FFFFFF"/>
          </a:solidFill>
          <a:ln w="25400">
            <a:solidFill>
              <a:srgbClr val="666666"/>
            </a:solidFill>
            <a:headEnd type="triangle" w="lg" len="lg"/>
            <a:tailEnd type="triangle" w="lg" len="lg"/>
          </a:ln>
        </p:spPr>
      </p:cxnSp>
      <p:cxnSp>
        <p:nvCxnSpPr>
          <p:cNvPr id="3145734" name=""/>
          <p:cNvCxnSpPr>
            <a:cxnSpLocks/>
          </p:cNvCxnSpPr>
          <p:nvPr/>
        </p:nvCxnSpPr>
        <p:spPr>
          <a:xfrm flipV="0">
            <a:off x="5379824" y="3108568"/>
            <a:ext cx="662579" cy="14477"/>
          </a:xfrm>
          <a:prstGeom prst="straightConnector1"/>
          <a:solidFill>
            <a:srgbClr val="FFFFFF"/>
          </a:solidFill>
          <a:ln w="25400">
            <a:solidFill>
              <a:srgbClr val="666666"/>
            </a:solidFill>
            <a:headEnd type="triangle" w="lg" len="lg"/>
            <a:tailEnd type="triangle" w="lg" len="lg"/>
          </a:ln>
        </p:spPr>
      </p:cxnSp>
      <p:cxnSp>
        <p:nvCxnSpPr>
          <p:cNvPr id="3145735" name=""/>
          <p:cNvCxnSpPr>
            <a:cxnSpLocks/>
          </p:cNvCxnSpPr>
          <p:nvPr/>
        </p:nvCxnSpPr>
        <p:spPr>
          <a:xfrm flipV="0">
            <a:off x="5971992" y="1772547"/>
            <a:ext cx="797863" cy="20457"/>
          </a:xfrm>
          <a:prstGeom prst="straightConnector1"/>
          <a:solidFill>
            <a:srgbClr val="FFFFFF"/>
          </a:solidFill>
          <a:ln w="25400">
            <a:solidFill>
              <a:srgbClr val="666666"/>
            </a:solidFill>
            <a:headEnd type="triangle" w="lg" len="lg"/>
            <a:tailEnd type="triangle" w="lg" len="lg"/>
          </a:ln>
        </p:spPr>
      </p:cxnSp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274431" y="211014"/>
            <a:ext cx="11814840" cy="6458114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图片 6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t="41" b="41"/>
          <a:stretch>
            <a:fillRect/>
          </a:stretch>
        </p:blipFill>
        <p:spPr>
          <a:xfrm>
            <a:off x="0" y="7938"/>
            <a:ext cx="12192000" cy="6850062"/>
          </a:xfrm>
          <a:prstGeom prst="rect"/>
        </p:spPr>
      </p:pic>
      <p:sp>
        <p:nvSpPr>
          <p:cNvPr id="1048661" name="矩形 7"/>
          <p:cNvSpPr/>
          <p:nvPr/>
        </p:nvSpPr>
        <p:spPr>
          <a:xfrm>
            <a:off x="18098" y="7938"/>
            <a:ext cx="12192000" cy="6858000"/>
          </a:xfrm>
          <a:prstGeom prst="rect"/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+mn-ea"/>
              <a:sym typeface="+mn-lt"/>
            </a:endParaRPr>
          </a:p>
        </p:txBody>
      </p:sp>
      <p:sp>
        <p:nvSpPr>
          <p:cNvPr id="1048662" name="文本框 10"/>
          <p:cNvSpPr txBox="1"/>
          <p:nvPr/>
        </p:nvSpPr>
        <p:spPr>
          <a:xfrm>
            <a:off x="2613660" y="2852420"/>
            <a:ext cx="7001510" cy="1120141"/>
          </a:xfrm>
          <a:prstGeom prst="rect"/>
          <a:noFill/>
        </p:spPr>
        <p:txBody>
          <a:bodyPr rtlCol="0" wrap="square">
            <a:spAutoFit/>
          </a:bodyPr>
          <a:p>
            <a:pPr algn="ctr" fontAlgn="auto">
              <a:buClrTx/>
              <a:buSzTx/>
              <a:buFontTx/>
            </a:pPr>
            <a:r>
              <a:rPr altLang="zh-CN" sz="6900" lang="en-US">
                <a:solidFill>
                  <a:schemeClr val="bg1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  <a:sym typeface="+mn-lt"/>
              </a:rPr>
              <a:t>THANKS</a:t>
            </a:r>
            <a:endParaRPr altLang="zh-CN" sz="6900" lang="en-US">
              <a:solidFill>
                <a:schemeClr val="bg1"/>
              </a:solidFill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50">
        <p:random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accel="50000" fill="hold" grpId="0" id="5" nodeType="afterEffect" presetClass="entr" presetID="38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2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dur="227" fill="hold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dur="227" fill="hold" id="8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.0"/>
                                          </p:val>
                                        </p:tav>
                                        <p:tav tm="69900">
                                          <p:val>
                                            <p:fltVal val="45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227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utoRev="1" decel="50000" dur="78" fill="hold" id="10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8" fill="hold" id="11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21_Office 主题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22_Office Theme">
  <a:themeElements>
    <a:clrScheme name="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FFFFFF"/>
      </a:accent3>
      <a:accent4>
        <a:srgbClr val="000000"/>
      </a:accent4>
      <a:accent5>
        <a:srgbClr val="FFE1AA"/>
      </a:accent5>
      <a:accent6>
        <a:srgbClr val="E18519"/>
      </a:accent6>
      <a:hlink>
        <a:srgbClr val="2998E3"/>
      </a:hlink>
      <a:folHlink>
        <a:srgbClr val="7F723D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anchor="t" anchorCtr="0" bIns="45720" compatLnSpc="1" lIns="91440" numCol="1" rIns="91440" tIns="45720" vert="horz" wrap="square"/>
      <a:lstStyle>
        <a:defPPr algn="l" defTabSz="914400" eaLnBrk="1" fontAlgn="base" hangingPunct="1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altLang="zh-CN" baseline="0" b="0" cap="none" sz="1800" i="0" kumimoji="0" lang="zh-CN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anchor="t" anchorCtr="0" bIns="45720" compatLnSpc="1" lIns="91440" numCol="1" rIns="91440" tIns="45720" vert="horz" wrap="square"/>
      <a:lstStyle>
        <a:defPPr algn="l" defTabSz="914400" eaLnBrk="1" fontAlgn="base" hangingPunct="1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altLang="zh-CN" baseline="0" b="0" cap="none" sz="1800" i="0" kumimoji="0" lang="zh-CN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</a:theme>
</file>

<file path=ppt/theme/theme4.xml><?xml version="1.0" encoding="utf-8"?>
<a:theme xmlns:a="http://schemas.openxmlformats.org/drawingml/2006/main" name="1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5.xml><?xml version="1.0" encoding="utf-8"?>
<a:theme xmlns:a="http://schemas.openxmlformats.org/drawingml/2006/main" name="2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6.xml><?xml version="1.0" encoding="utf-8"?>
<a:theme xmlns:a="http://schemas.openxmlformats.org/drawingml/2006/main" name="3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7.xml><?xml version="1.0" encoding="utf-8"?>
<a:theme xmlns:a="http://schemas.openxmlformats.org/drawingml/2006/main" name="4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8.xml><?xml version="1.0" encoding="utf-8"?>
<a:theme xmlns:a="http://schemas.openxmlformats.org/drawingml/2006/main" name="5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9.xml><?xml version="1.0" encoding="utf-8"?>
<a:theme xmlns:a="http://schemas.openxmlformats.org/drawingml/2006/main" name="6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0.xml><?xml version="1.0" encoding="utf-8"?>
<a:theme xmlns:a="http://schemas.openxmlformats.org/drawingml/2006/main" name="7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1.xml><?xml version="1.0" encoding="utf-8"?>
<a:theme xmlns:a="http://schemas.openxmlformats.org/drawingml/2006/main" name="8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2.xml><?xml version="1.0" encoding="utf-8"?>
<a:theme xmlns:a="http://schemas.openxmlformats.org/drawingml/2006/main" name="9_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Default Theme">
  <a:themeElements>
    <a:clrScheme name="Motagua - Coloured 6 - Light">
      <a:dk1>
        <a:srgbClr val="7E7E7E"/>
      </a:dk1>
      <a:lt1>
        <a:sysClr lastClr="FFFFFF" val="window"/>
      </a:lt1>
      <a:dk2>
        <a:srgbClr val="6B6B6B"/>
      </a:dk2>
      <a:lt2>
        <a:srgbClr val="FFFFFF"/>
      </a:lt2>
      <a:accent1>
        <a:srgbClr val="81B94F"/>
      </a:accent1>
      <a:accent2>
        <a:srgbClr val="46A4DB"/>
      </a:accent2>
      <a:accent3>
        <a:srgbClr val="E5583A"/>
      </a:accent3>
      <a:accent4>
        <a:srgbClr val="F9B439"/>
      </a:accent4>
      <a:accent5>
        <a:srgbClr val="7C69A8"/>
      </a:accent5>
      <a:accent6>
        <a:srgbClr val="404F64"/>
      </a:accent6>
      <a:hlink>
        <a:srgbClr val="F33B48"/>
      </a:hlink>
      <a:folHlink>
        <a:srgbClr val="FFC000"/>
      </a:folHlink>
    </a:clrScheme>
    <a:fontScheme name="4u0txypx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16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7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演示文稿</dc:title>
  <dc:creator>admin</dc:creator>
  <cp:lastModifiedBy>a05</cp:lastModifiedBy>
  <dcterms:created xsi:type="dcterms:W3CDTF">2018-11-28T02:21:00Z</dcterms:created>
  <dcterms:modified xsi:type="dcterms:W3CDTF">2026-03-24T13:34:25Z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1033-11.2.0.10351</vt:lpwstr>
  </property>
  <property fmtid="{D5CDD505-2E9C-101B-9397-08002B2CF9AE}" pid="3" name="ICV">
    <vt:lpwstr>1da52d99f0814f9bb5fd2f1bff3a36bd</vt:lpwstr>
  </property>
</Properties>
</file>